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514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1" autoAdjust="0"/>
    <p:restoredTop sz="94660"/>
  </p:normalViewPr>
  <p:slideViewPr>
    <p:cSldViewPr snapToGrid="0">
      <p:cViewPr varScale="1">
        <p:scale>
          <a:sx n="87" d="100"/>
          <a:sy n="87" d="100"/>
        </p:scale>
        <p:origin x="3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F68D7-A05D-4423-80D7-C57B735E910C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AC7A6-3B60-45A4-ABB5-FD9CFCB8D7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2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B8091-3DC9-471D-BE7F-0426ACDF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937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8C857-C6C5-6B40-10B5-00334C69B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8D1B5C-F623-4409-D265-C01C1717F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54099-CC9A-E3D7-125F-3DA92313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52029A-B990-776E-F18D-F3B75979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593A5-C0C8-5FFC-32BD-9ED9604E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1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840A6-A261-DE0C-125B-2FCED9FF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C3DAD-12CE-8B1A-2F23-103BCC260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AE34F-2384-50E0-285D-DBA0ECC9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C0574-F88E-FCB2-FC5D-6D712B84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78B0D-B4BE-3718-9871-EA080660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4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21CFF-23A0-2AEA-E686-32526E292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EFFF06-9D74-F975-F1D1-DCC924353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63DCE9-1E92-607B-731A-0ECE198C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A0CC3-4777-B760-ACA9-70269875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EF729-0A4D-F937-0B08-12B60E52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95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9564B-DB94-3D4F-33EB-64069443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50E73F-9A89-9D76-1BB2-654A3D6A5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DB005C-1F33-45DE-7051-458849146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19D4B1-9D4B-4673-A6D7-96F03AFE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FA780A-185C-62CB-DD0C-7108AF4C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9A9B29-DAC7-91AD-B5AA-98E8B439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10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648FC-8A58-6580-BF9E-9C1BD2DC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154258-848C-A7A2-AAA4-07EDE670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6F2000-DB7F-110D-0581-4C6CD980C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06C0F2-3E94-9329-E44D-4E61A7E9A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3B8FA8-C94D-1F83-2B7F-8D541D41B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AB7322-F406-C0A9-EB16-0A460BEA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2F62AE-57B0-A390-338F-67CA69F2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AC495D-9A9C-42C1-636B-004B938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3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B0B7F-DAAD-6751-93D6-2EEC72A0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B4CD03-C62F-DF6E-EA00-4FDD7A43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F42A1A-8F51-4674-D8B9-04660F6F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AC02E4-1432-7D20-38C7-D5FD6583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67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613CD0-ABD7-E78D-7CF1-26ED7F1A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3D726B-0B9C-0A28-C659-D40A76D2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072E9-9C41-0F15-DE99-4EADBEBC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83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BC79F-CB03-40E3-CBCB-A45D423C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1A080-0D62-6640-17B0-C79BEDC8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27EB4A-2982-56B2-6C04-A84B3767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5BE486-E2D7-CBEF-4B32-F7E7E5CB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2A70B1-DD31-AEF9-ED61-C6A76096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824D2-DA18-44E1-E372-B4472292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34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46FF0-B06B-1A27-021C-49A4B1F2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A3BCBB-A2C5-F6A2-0300-6554CD1D8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38B73B-6224-5B43-DEC0-011CBB6A2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D59CA3-DFF3-6C41-2A1F-314F5543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E7586-6766-D3CD-AED0-B018B19D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B678D2-8D81-58F2-C5DE-8D68C0D9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26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FC50F-88C1-CF6D-5227-DB2C9B46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01A76D-CC43-7EAC-9591-93E7851F9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F3A5B-B1CC-FE60-71ED-E98ADD0A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EBA60A-2706-D697-9CFA-6B9088EA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57FCB-3DF5-6D53-6773-E6C79798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31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56FC89-DC72-2C67-5AF6-641C41B62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5E6D38-EDCD-A2B1-B057-F6E6E22E9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68E2F-02C1-13BE-9CE5-B9267BFC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83B31-2632-232A-A92C-D83BD617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380C3-264E-6744-F6B1-82CCF13E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8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 descr="仪综所ppt-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237"/>
            <a:ext cx="12198773" cy="6858635"/>
          </a:xfrm>
          <a:prstGeom prst="rect">
            <a:avLst/>
          </a:prstGeom>
        </p:spPr>
      </p:pic>
      <p:sp>
        <p:nvSpPr>
          <p:cNvPr id="9" name="文本框 7"/>
          <p:cNvSpPr txBox="1"/>
          <p:nvPr userDrawn="1"/>
        </p:nvSpPr>
        <p:spPr>
          <a:xfrm>
            <a:off x="3823583" y="6009898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</p:spTree>
    <p:extLst>
      <p:ext uri="{BB962C8B-B14F-4D97-AF65-F5344CB8AC3E}">
        <p14:creationId xmlns:p14="http://schemas.microsoft.com/office/powerpoint/2010/main" val="13028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946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818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0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859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8231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29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902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533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056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734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4198" y="240145"/>
            <a:ext cx="7623079" cy="573092"/>
          </a:xfrm>
        </p:spPr>
        <p:txBody>
          <a:bodyPr>
            <a:normAutofit/>
          </a:bodyPr>
          <a:lstStyle>
            <a:lvl1pPr marL="0" algn="r" defTabSz="914400" rtl="0" eaLnBrk="1" latinLnBrk="0" hangingPunct="1">
              <a:defRPr lang="zh-CN" altLang="en-US" sz="24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108364"/>
            <a:ext cx="10515616" cy="5068608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Clr>
                <a:srgbClr val="044470"/>
              </a:buClr>
              <a:buFont typeface="Wingdings" pitchFamily="2" charset="2"/>
              <a:buChar char="r"/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lnSpc>
                <a:spcPct val="114000"/>
              </a:lnSpc>
              <a:spcBef>
                <a:spcPts val="600"/>
              </a:spcBef>
              <a:buClr>
                <a:srgbClr val="044470"/>
              </a:buClr>
              <a:buFont typeface="Wingdings" pitchFamily="2" charset="2"/>
              <a:buChar char="Ø"/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lnSpc>
                <a:spcPct val="114000"/>
              </a:lnSpc>
              <a:spcBef>
                <a:spcPts val="600"/>
              </a:spcBef>
              <a:buClr>
                <a:srgbClr val="044470"/>
              </a:buClr>
              <a:buFont typeface="Arial" pitchFamily="34" charset="0"/>
              <a:buChar char="▪"/>
              <a:defRPr sz="1600">
                <a:latin typeface="微软雅黑" pitchFamily="34" charset="-122"/>
                <a:ea typeface="微软雅黑" pitchFamily="34" charset="-122"/>
              </a:defRPr>
            </a:lvl3pPr>
            <a:lvl4pPr>
              <a:lnSpc>
                <a:spcPct val="114000"/>
              </a:lnSpc>
              <a:spcBef>
                <a:spcPts val="600"/>
              </a:spcBef>
              <a:buClr>
                <a:srgbClr val="044470"/>
              </a:buClr>
              <a:buFont typeface="微软雅黑" pitchFamily="34" charset="-122"/>
              <a:buChar char="−"/>
              <a:defRPr sz="1200">
                <a:latin typeface="微软雅黑" pitchFamily="34" charset="-122"/>
                <a:ea typeface="微软雅黑" pitchFamily="34" charset="-122"/>
              </a:defRPr>
            </a:lvl4pPr>
            <a:lvl5pPr>
              <a:lnSpc>
                <a:spcPct val="114000"/>
              </a:lnSpc>
              <a:spcBef>
                <a:spcPts val="600"/>
              </a:spcBef>
              <a:buClr>
                <a:srgbClr val="044470"/>
              </a:buClr>
              <a:defRPr sz="12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标题 1"/>
          <p:cNvSpPr txBox="1">
            <a:spLocks/>
          </p:cNvSpPr>
          <p:nvPr userDrawn="1"/>
        </p:nvSpPr>
        <p:spPr>
          <a:xfrm>
            <a:off x="4021668" y="207818"/>
            <a:ext cx="916709" cy="573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0" hangingPunct="1">
              <a:defRPr lang="zh-CN" altLang="en-US" sz="2400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29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仪综所ppt-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237"/>
            <a:ext cx="12198773" cy="68586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62547" y="2410696"/>
            <a:ext cx="8965429" cy="174579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0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3041865" y="4672885"/>
            <a:ext cx="6810279" cy="407403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1662544" y="4619976"/>
            <a:ext cx="14531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>
                <a:latin typeface="微软雅黑" pitchFamily="34" charset="-122"/>
                <a:ea typeface="微软雅黑" pitchFamily="34" charset="-122"/>
              </a:rPr>
              <a:t>演讲人：</a:t>
            </a:r>
          </a:p>
        </p:txBody>
      </p:sp>
      <p:sp>
        <p:nvSpPr>
          <p:cNvPr id="11" name="文本框 7"/>
          <p:cNvSpPr txBox="1"/>
          <p:nvPr userDrawn="1"/>
        </p:nvSpPr>
        <p:spPr>
          <a:xfrm>
            <a:off x="3677920" y="6273800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38687" y="5072505"/>
            <a:ext cx="2743204" cy="365126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8930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6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sp>
        <p:nvSpPr>
          <p:cNvPr id="27" name="文本框 6"/>
          <p:cNvSpPr txBox="1"/>
          <p:nvPr userDrawn="1"/>
        </p:nvSpPr>
        <p:spPr>
          <a:xfrm>
            <a:off x="4872577" y="1041406"/>
            <a:ext cx="1951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</a:p>
        </p:txBody>
      </p:sp>
      <p:sp>
        <p:nvSpPr>
          <p:cNvPr id="31" name="文本框 15"/>
          <p:cNvSpPr txBox="1"/>
          <p:nvPr userDrawn="1"/>
        </p:nvSpPr>
        <p:spPr>
          <a:xfrm>
            <a:off x="3972569" y="6457320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  <p:sp>
        <p:nvSpPr>
          <p:cNvPr id="32" name="文本框 10"/>
          <p:cNvSpPr txBox="1"/>
          <p:nvPr userDrawn="1"/>
        </p:nvSpPr>
        <p:spPr>
          <a:xfrm rot="2460000">
            <a:off x="2383368" y="5283170"/>
            <a:ext cx="64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grpSp>
        <p:nvGrpSpPr>
          <p:cNvPr id="2" name="组合 6"/>
          <p:cNvGrpSpPr/>
          <p:nvPr userDrawn="1"/>
        </p:nvGrpSpPr>
        <p:grpSpPr>
          <a:xfrm>
            <a:off x="2377441" y="2600961"/>
            <a:ext cx="7690273" cy="532705"/>
            <a:chOff x="3324" y="4005"/>
            <a:chExt cx="9188" cy="733"/>
          </a:xfrm>
          <a:solidFill>
            <a:srgbClr val="0186D1"/>
          </a:solidFill>
        </p:grpSpPr>
        <p:sp>
          <p:nvSpPr>
            <p:cNvPr id="8" name="任意多边形 7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852" y="4005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2" name="组合 16"/>
          <p:cNvGrpSpPr/>
          <p:nvPr userDrawn="1"/>
        </p:nvGrpSpPr>
        <p:grpSpPr>
          <a:xfrm>
            <a:off x="2377441" y="4795058"/>
            <a:ext cx="7690273" cy="532705"/>
            <a:chOff x="3324" y="4005"/>
            <a:chExt cx="9188" cy="733"/>
          </a:xfrm>
          <a:solidFill>
            <a:srgbClr val="0186D1"/>
          </a:solidFill>
        </p:grpSpPr>
        <p:sp>
          <p:nvSpPr>
            <p:cNvPr id="18" name="任意多边形 17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4852" y="4008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" name="直角三角形 20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33" name="文本框 48"/>
          <p:cNvSpPr txBox="1"/>
          <p:nvPr userDrawn="1"/>
        </p:nvSpPr>
        <p:spPr>
          <a:xfrm rot="2460000">
            <a:off x="2375747" y="4942673"/>
            <a:ext cx="742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2377441" y="3711258"/>
            <a:ext cx="7690273" cy="533439"/>
            <a:chOff x="1783080" y="3292475"/>
            <a:chExt cx="5767705" cy="460373"/>
          </a:xfrm>
        </p:grpSpPr>
        <p:sp>
          <p:nvSpPr>
            <p:cNvPr id="13" name="任意多边形 12"/>
            <p:cNvSpPr/>
            <p:nvPr/>
          </p:nvSpPr>
          <p:spPr>
            <a:xfrm>
              <a:off x="1820745" y="3338894"/>
              <a:ext cx="756431" cy="413954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1783080" y="3294990"/>
              <a:ext cx="353419" cy="353115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42272" y="3292475"/>
              <a:ext cx="4808513" cy="455983"/>
            </a:xfrm>
            <a:prstGeom prst="rect">
              <a:avLst/>
            </a:prstGeom>
            <a:solidFill>
              <a:srgbClr val="0186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2168514" y="3293108"/>
              <a:ext cx="573757" cy="457858"/>
            </a:xfrm>
            <a:prstGeom prst="rtTriangle">
              <a:avLst/>
            </a:prstGeom>
            <a:solidFill>
              <a:srgbClr val="0186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4" name="文本框 49"/>
            <p:cNvSpPr txBox="1"/>
            <p:nvPr userDrawn="1"/>
          </p:nvSpPr>
          <p:spPr>
            <a:xfrm rot="2460000">
              <a:off x="1843396" y="3394475"/>
              <a:ext cx="364523" cy="3453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</p:grpSp>
      <p:sp>
        <p:nvSpPr>
          <p:cNvPr id="35" name="文本框 50"/>
          <p:cNvSpPr txBox="1"/>
          <p:nvPr userDrawn="1"/>
        </p:nvSpPr>
        <p:spPr>
          <a:xfrm rot="2460000">
            <a:off x="2382520" y="2747840"/>
            <a:ext cx="716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39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3874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grpSp>
        <p:nvGrpSpPr>
          <p:cNvPr id="2" name="组合 6"/>
          <p:cNvGrpSpPr/>
          <p:nvPr userDrawn="1"/>
        </p:nvGrpSpPr>
        <p:grpSpPr>
          <a:xfrm>
            <a:off x="2280681" y="2334260"/>
            <a:ext cx="7690273" cy="459740"/>
            <a:chOff x="3324" y="4005"/>
            <a:chExt cx="9188" cy="733"/>
          </a:xfrm>
          <a:solidFill>
            <a:srgbClr val="0186D1"/>
          </a:solidFill>
        </p:grpSpPr>
        <p:sp>
          <p:nvSpPr>
            <p:cNvPr id="8" name="任意多边形 7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852" y="4008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7" name="组合 11"/>
          <p:cNvGrpSpPr/>
          <p:nvPr userDrawn="1"/>
        </p:nvGrpSpPr>
        <p:grpSpPr>
          <a:xfrm>
            <a:off x="2280681" y="3136098"/>
            <a:ext cx="7690273" cy="459740"/>
            <a:chOff x="3324" y="4005"/>
            <a:chExt cx="9188" cy="733"/>
          </a:xfrm>
          <a:solidFill>
            <a:srgbClr val="0186D1"/>
          </a:solidFill>
        </p:grpSpPr>
        <p:sp>
          <p:nvSpPr>
            <p:cNvPr id="13" name="任意多边形 12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4852" y="4008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2" name="组合 16"/>
          <p:cNvGrpSpPr/>
          <p:nvPr userDrawn="1"/>
        </p:nvGrpSpPr>
        <p:grpSpPr>
          <a:xfrm>
            <a:off x="2280681" y="3932278"/>
            <a:ext cx="7690273" cy="459740"/>
            <a:chOff x="3324" y="4005"/>
            <a:chExt cx="9188" cy="733"/>
          </a:xfrm>
          <a:solidFill>
            <a:srgbClr val="0186D1"/>
          </a:solidFill>
        </p:grpSpPr>
        <p:sp>
          <p:nvSpPr>
            <p:cNvPr id="18" name="任意多边形 17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4852" y="4008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" name="直角三角形 20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7" name="组合 21"/>
          <p:cNvGrpSpPr/>
          <p:nvPr userDrawn="1"/>
        </p:nvGrpSpPr>
        <p:grpSpPr>
          <a:xfrm>
            <a:off x="2280681" y="4737177"/>
            <a:ext cx="7690273" cy="459740"/>
            <a:chOff x="3324" y="4005"/>
            <a:chExt cx="9188" cy="733"/>
          </a:xfrm>
          <a:solidFill>
            <a:srgbClr val="0186D1"/>
          </a:solidFill>
        </p:grpSpPr>
        <p:sp>
          <p:nvSpPr>
            <p:cNvPr id="23" name="任意多边形 22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" name="椭圆 23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852" y="4008"/>
              <a:ext cx="7660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6" name="直角三角形 25"/>
            <p:cNvSpPr/>
            <p:nvPr/>
          </p:nvSpPr>
          <p:spPr>
            <a:xfrm rot="10800000">
              <a:off x="3938" y="4005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7" name="文本框 6"/>
          <p:cNvSpPr txBox="1"/>
          <p:nvPr userDrawn="1"/>
        </p:nvSpPr>
        <p:spPr>
          <a:xfrm>
            <a:off x="4775817" y="1041406"/>
            <a:ext cx="1951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</a:p>
        </p:txBody>
      </p:sp>
      <p:sp>
        <p:nvSpPr>
          <p:cNvPr id="32" name="文本框 10"/>
          <p:cNvSpPr txBox="1"/>
          <p:nvPr userDrawn="1"/>
        </p:nvSpPr>
        <p:spPr>
          <a:xfrm rot="2460000">
            <a:off x="2286608" y="4793662"/>
            <a:ext cx="64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33" name="文本框 48"/>
          <p:cNvSpPr txBox="1"/>
          <p:nvPr userDrawn="1"/>
        </p:nvSpPr>
        <p:spPr>
          <a:xfrm rot="2460000">
            <a:off x="2278987" y="3982645"/>
            <a:ext cx="742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34" name="文本框 49"/>
          <p:cNvSpPr txBox="1"/>
          <p:nvPr userDrawn="1"/>
        </p:nvSpPr>
        <p:spPr>
          <a:xfrm rot="2460000">
            <a:off x="2361101" y="3188143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35" name="文本框 50"/>
          <p:cNvSpPr txBox="1"/>
          <p:nvPr userDrawn="1"/>
        </p:nvSpPr>
        <p:spPr>
          <a:xfrm rot="2460000">
            <a:off x="2285760" y="2411700"/>
            <a:ext cx="716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48" name="文本框 10"/>
          <p:cNvSpPr txBox="1"/>
          <p:nvPr userDrawn="1"/>
        </p:nvSpPr>
        <p:spPr>
          <a:xfrm rot="2460000">
            <a:off x="2305088" y="5611054"/>
            <a:ext cx="64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grpSp>
        <p:nvGrpSpPr>
          <p:cNvPr id="50" name="组合 21"/>
          <p:cNvGrpSpPr/>
          <p:nvPr userDrawn="1"/>
        </p:nvGrpSpPr>
        <p:grpSpPr>
          <a:xfrm>
            <a:off x="2299161" y="5510273"/>
            <a:ext cx="7671860" cy="465385"/>
            <a:chOff x="3324" y="4008"/>
            <a:chExt cx="9166" cy="742"/>
          </a:xfrm>
          <a:solidFill>
            <a:srgbClr val="0186D1"/>
          </a:solidFill>
        </p:grpSpPr>
        <p:sp>
          <p:nvSpPr>
            <p:cNvPr id="51" name="任意多边形 50"/>
            <p:cNvSpPr/>
            <p:nvPr/>
          </p:nvSpPr>
          <p:spPr>
            <a:xfrm>
              <a:off x="3384" y="4078"/>
              <a:ext cx="1205" cy="660"/>
            </a:xfrm>
            <a:custGeom>
              <a:avLst/>
              <a:gdLst>
                <a:gd name="connisteX0" fmla="*/ 0 w 765175"/>
                <a:gd name="connsiteY0" fmla="*/ 250825 h 419100"/>
                <a:gd name="connisteX1" fmla="*/ 193675 w 765175"/>
                <a:gd name="connsiteY1" fmla="*/ 419100 h 419100"/>
                <a:gd name="connisteX2" fmla="*/ 765175 w 765175"/>
                <a:gd name="connsiteY2" fmla="*/ 419100 h 419100"/>
                <a:gd name="connisteX3" fmla="*/ 260350 w 765175"/>
                <a:gd name="connsiteY3" fmla="*/ 0 h 419100"/>
                <a:gd name="connisteX4" fmla="*/ 0 w 765175"/>
                <a:gd name="connsiteY4" fmla="*/ 250825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65175" h="419100">
                  <a:moveTo>
                    <a:pt x="0" y="250825"/>
                  </a:moveTo>
                  <a:lnTo>
                    <a:pt x="193675" y="419100"/>
                  </a:lnTo>
                  <a:lnTo>
                    <a:pt x="765175" y="419100"/>
                  </a:lnTo>
                  <a:lnTo>
                    <a:pt x="260350" y="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2" name="椭圆 51"/>
            <p:cNvSpPr/>
            <p:nvPr/>
          </p:nvSpPr>
          <p:spPr>
            <a:xfrm>
              <a:off x="3324" y="4008"/>
              <a:ext cx="563" cy="563"/>
            </a:xfrm>
            <a:prstGeom prst="ellipse">
              <a:avLst/>
            </a:prstGeom>
            <a:solidFill>
              <a:srgbClr val="0444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800"/>
            </a:p>
          </p:txBody>
        </p:sp>
        <p:sp>
          <p:nvSpPr>
            <p:cNvPr id="53" name="矩形 52"/>
            <p:cNvSpPr/>
            <p:nvPr/>
          </p:nvSpPr>
          <p:spPr>
            <a:xfrm>
              <a:off x="4852" y="4008"/>
              <a:ext cx="7638" cy="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4" name="直角三角形 53"/>
            <p:cNvSpPr/>
            <p:nvPr/>
          </p:nvSpPr>
          <p:spPr>
            <a:xfrm rot="10800000">
              <a:off x="3938" y="4020"/>
              <a:ext cx="914" cy="73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55" name="文本框 10"/>
          <p:cNvSpPr txBox="1"/>
          <p:nvPr userDrawn="1"/>
        </p:nvSpPr>
        <p:spPr>
          <a:xfrm rot="2460000">
            <a:off x="2305088" y="5564874"/>
            <a:ext cx="64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60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715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sp>
        <p:nvSpPr>
          <p:cNvPr id="43" name="文本框 50"/>
          <p:cNvSpPr txBox="1"/>
          <p:nvPr userDrawn="1"/>
        </p:nvSpPr>
        <p:spPr>
          <a:xfrm>
            <a:off x="3982730" y="6457320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4027055" y="221673"/>
            <a:ext cx="7401405" cy="57309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200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" name="组合 6"/>
          <p:cNvGrpSpPr/>
          <p:nvPr userDrawn="1"/>
        </p:nvGrpSpPr>
        <p:grpSpPr>
          <a:xfrm>
            <a:off x="2586567" y="3358004"/>
            <a:ext cx="7511637" cy="472929"/>
            <a:chOff x="5673" y="2809"/>
            <a:chExt cx="9400" cy="703"/>
          </a:xfrm>
          <a:solidFill>
            <a:srgbClr val="0186D1"/>
          </a:solidFill>
        </p:grpSpPr>
        <p:sp>
          <p:nvSpPr>
            <p:cNvPr id="8" name="矩形 7"/>
            <p:cNvSpPr/>
            <p:nvPr/>
          </p:nvSpPr>
          <p:spPr>
            <a:xfrm>
              <a:off x="7578" y="2854"/>
              <a:ext cx="749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4" name="组合 21"/>
          <p:cNvGrpSpPr/>
          <p:nvPr userDrawn="1"/>
        </p:nvGrpSpPr>
        <p:grpSpPr>
          <a:xfrm>
            <a:off x="2637367" y="1736090"/>
            <a:ext cx="7454900" cy="472256"/>
            <a:chOff x="5673" y="2809"/>
            <a:chExt cx="9329" cy="702"/>
          </a:xfrm>
          <a:solidFill>
            <a:srgbClr val="0186D1"/>
          </a:solidFill>
        </p:grpSpPr>
        <p:sp>
          <p:nvSpPr>
            <p:cNvPr id="23" name="矩形 22"/>
            <p:cNvSpPr/>
            <p:nvPr/>
          </p:nvSpPr>
          <p:spPr>
            <a:xfrm>
              <a:off x="7578" y="2854"/>
              <a:ext cx="742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" name="椭圆 23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5" name="椭圆 24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5" name="组合 26"/>
          <p:cNvGrpSpPr/>
          <p:nvPr userDrawn="1"/>
        </p:nvGrpSpPr>
        <p:grpSpPr>
          <a:xfrm>
            <a:off x="2606887" y="2561650"/>
            <a:ext cx="7503645" cy="472929"/>
            <a:chOff x="5673" y="2809"/>
            <a:chExt cx="9390" cy="703"/>
          </a:xfrm>
          <a:solidFill>
            <a:srgbClr val="0186D1"/>
          </a:solidFill>
        </p:grpSpPr>
        <p:sp>
          <p:nvSpPr>
            <p:cNvPr id="28" name="矩形 27"/>
            <p:cNvSpPr/>
            <p:nvPr/>
          </p:nvSpPr>
          <p:spPr>
            <a:xfrm>
              <a:off x="7578" y="2854"/>
              <a:ext cx="748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</p:grpSp>
      <p:sp>
        <p:nvSpPr>
          <p:cNvPr id="32" name="文本框 18"/>
          <p:cNvSpPr txBox="1"/>
          <p:nvPr userDrawn="1"/>
        </p:nvSpPr>
        <p:spPr>
          <a:xfrm>
            <a:off x="3176694" y="3355154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03</a:t>
            </a:r>
          </a:p>
        </p:txBody>
      </p:sp>
      <p:sp>
        <p:nvSpPr>
          <p:cNvPr id="33" name="文本框 24"/>
          <p:cNvSpPr txBox="1"/>
          <p:nvPr userDrawn="1"/>
        </p:nvSpPr>
        <p:spPr>
          <a:xfrm>
            <a:off x="3176694" y="2570197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文本框 25"/>
          <p:cNvSpPr txBox="1"/>
          <p:nvPr userDrawn="1"/>
        </p:nvSpPr>
        <p:spPr>
          <a:xfrm>
            <a:off x="3176694" y="1736090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01</a:t>
            </a:r>
          </a:p>
        </p:txBody>
      </p:sp>
      <p:sp>
        <p:nvSpPr>
          <p:cNvPr id="38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7778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sp>
        <p:nvSpPr>
          <p:cNvPr id="43" name="文本框 50"/>
          <p:cNvSpPr txBox="1"/>
          <p:nvPr userDrawn="1"/>
        </p:nvSpPr>
        <p:spPr>
          <a:xfrm>
            <a:off x="3982730" y="6457320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4027055" y="221673"/>
            <a:ext cx="7401405" cy="57309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200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" name="组合 6"/>
          <p:cNvGrpSpPr/>
          <p:nvPr userDrawn="1"/>
        </p:nvGrpSpPr>
        <p:grpSpPr>
          <a:xfrm>
            <a:off x="2586567" y="3358004"/>
            <a:ext cx="7511637" cy="472929"/>
            <a:chOff x="5673" y="2809"/>
            <a:chExt cx="9400" cy="703"/>
          </a:xfrm>
          <a:solidFill>
            <a:srgbClr val="0186D1"/>
          </a:solidFill>
        </p:grpSpPr>
        <p:sp>
          <p:nvSpPr>
            <p:cNvPr id="8" name="矩形 7"/>
            <p:cNvSpPr/>
            <p:nvPr/>
          </p:nvSpPr>
          <p:spPr>
            <a:xfrm>
              <a:off x="7578" y="2854"/>
              <a:ext cx="749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3" name="组合 11"/>
          <p:cNvGrpSpPr/>
          <p:nvPr userDrawn="1"/>
        </p:nvGrpSpPr>
        <p:grpSpPr>
          <a:xfrm>
            <a:off x="2594187" y="4152933"/>
            <a:ext cx="7479672" cy="472929"/>
            <a:chOff x="5673" y="2809"/>
            <a:chExt cx="9360" cy="703"/>
          </a:xfrm>
          <a:solidFill>
            <a:srgbClr val="0186D1"/>
          </a:solidFill>
        </p:grpSpPr>
        <p:sp>
          <p:nvSpPr>
            <p:cNvPr id="13" name="矩形 12"/>
            <p:cNvSpPr/>
            <p:nvPr/>
          </p:nvSpPr>
          <p:spPr>
            <a:xfrm>
              <a:off x="7578" y="2854"/>
              <a:ext cx="745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椭圆 14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5" name="组合 21"/>
          <p:cNvGrpSpPr/>
          <p:nvPr userDrawn="1"/>
        </p:nvGrpSpPr>
        <p:grpSpPr>
          <a:xfrm>
            <a:off x="2637367" y="1736090"/>
            <a:ext cx="7454900" cy="472256"/>
            <a:chOff x="5673" y="2809"/>
            <a:chExt cx="9329" cy="702"/>
          </a:xfrm>
          <a:solidFill>
            <a:srgbClr val="0186D1"/>
          </a:solidFill>
        </p:grpSpPr>
        <p:sp>
          <p:nvSpPr>
            <p:cNvPr id="23" name="矩形 22"/>
            <p:cNvSpPr/>
            <p:nvPr/>
          </p:nvSpPr>
          <p:spPr>
            <a:xfrm>
              <a:off x="7578" y="2854"/>
              <a:ext cx="742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" name="椭圆 23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5" name="椭圆 24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7" name="组合 26"/>
          <p:cNvGrpSpPr/>
          <p:nvPr userDrawn="1"/>
        </p:nvGrpSpPr>
        <p:grpSpPr>
          <a:xfrm>
            <a:off x="2606887" y="2561650"/>
            <a:ext cx="7503645" cy="472929"/>
            <a:chOff x="5673" y="2809"/>
            <a:chExt cx="9390" cy="703"/>
          </a:xfrm>
          <a:solidFill>
            <a:srgbClr val="0186D1"/>
          </a:solidFill>
        </p:grpSpPr>
        <p:sp>
          <p:nvSpPr>
            <p:cNvPr id="28" name="矩形 27"/>
            <p:cNvSpPr/>
            <p:nvPr/>
          </p:nvSpPr>
          <p:spPr>
            <a:xfrm>
              <a:off x="7578" y="2854"/>
              <a:ext cx="748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</p:grpSp>
      <p:sp>
        <p:nvSpPr>
          <p:cNvPr id="32" name="文本框 18"/>
          <p:cNvSpPr txBox="1"/>
          <p:nvPr userDrawn="1"/>
        </p:nvSpPr>
        <p:spPr>
          <a:xfrm>
            <a:off x="3176694" y="3355154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03</a:t>
            </a:r>
          </a:p>
        </p:txBody>
      </p:sp>
      <p:sp>
        <p:nvSpPr>
          <p:cNvPr id="33" name="文本框 24"/>
          <p:cNvSpPr txBox="1"/>
          <p:nvPr userDrawn="1"/>
        </p:nvSpPr>
        <p:spPr>
          <a:xfrm>
            <a:off x="3176694" y="2570197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文本框 25"/>
          <p:cNvSpPr txBox="1"/>
          <p:nvPr userDrawn="1"/>
        </p:nvSpPr>
        <p:spPr>
          <a:xfrm>
            <a:off x="3176694" y="1736090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01</a:t>
            </a:r>
          </a:p>
        </p:txBody>
      </p:sp>
      <p:sp>
        <p:nvSpPr>
          <p:cNvPr id="35" name="文本框 26"/>
          <p:cNvSpPr txBox="1"/>
          <p:nvPr userDrawn="1"/>
        </p:nvSpPr>
        <p:spPr>
          <a:xfrm>
            <a:off x="3176694" y="4151507"/>
            <a:ext cx="72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04</a:t>
            </a:r>
          </a:p>
        </p:txBody>
      </p:sp>
      <p:sp>
        <p:nvSpPr>
          <p:cNvPr id="46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7007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内容占位符 2" descr="仪综所ppt-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483" y="0"/>
            <a:ext cx="12228483" cy="685800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2586567" y="3181987"/>
            <a:ext cx="7511637" cy="421605"/>
            <a:chOff x="5673" y="2809"/>
            <a:chExt cx="9400" cy="703"/>
          </a:xfrm>
          <a:solidFill>
            <a:srgbClr val="0186D1"/>
          </a:solidFill>
        </p:grpSpPr>
        <p:sp>
          <p:nvSpPr>
            <p:cNvPr id="8" name="矩形 7"/>
            <p:cNvSpPr/>
            <p:nvPr/>
          </p:nvSpPr>
          <p:spPr>
            <a:xfrm>
              <a:off x="7578" y="2854"/>
              <a:ext cx="749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椭圆 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2594187" y="3890646"/>
            <a:ext cx="7479672" cy="421605"/>
            <a:chOff x="5673" y="2809"/>
            <a:chExt cx="9360" cy="703"/>
          </a:xfrm>
          <a:solidFill>
            <a:srgbClr val="0186D1"/>
          </a:solidFill>
        </p:grpSpPr>
        <p:sp>
          <p:nvSpPr>
            <p:cNvPr id="13" name="矩形 12"/>
            <p:cNvSpPr/>
            <p:nvPr/>
          </p:nvSpPr>
          <p:spPr>
            <a:xfrm>
              <a:off x="7578" y="2854"/>
              <a:ext cx="745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椭圆 14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2561167" y="4595497"/>
            <a:ext cx="7512436" cy="421605"/>
            <a:chOff x="5673" y="2809"/>
            <a:chExt cx="9401" cy="703"/>
          </a:xfrm>
          <a:solidFill>
            <a:srgbClr val="0186D1"/>
          </a:solidFill>
        </p:grpSpPr>
        <p:sp>
          <p:nvSpPr>
            <p:cNvPr id="18" name="矩形 17"/>
            <p:cNvSpPr/>
            <p:nvPr/>
          </p:nvSpPr>
          <p:spPr>
            <a:xfrm>
              <a:off x="7578" y="2854"/>
              <a:ext cx="7496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0" name="椭圆 1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2637367" y="1736091"/>
            <a:ext cx="7454900" cy="421005"/>
            <a:chOff x="5673" y="2809"/>
            <a:chExt cx="9329" cy="702"/>
          </a:xfrm>
          <a:solidFill>
            <a:srgbClr val="0186D1"/>
          </a:solidFill>
        </p:grpSpPr>
        <p:sp>
          <p:nvSpPr>
            <p:cNvPr id="23" name="矩形 22"/>
            <p:cNvSpPr/>
            <p:nvPr/>
          </p:nvSpPr>
          <p:spPr>
            <a:xfrm>
              <a:off x="7578" y="2854"/>
              <a:ext cx="742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" name="椭圆 23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5" name="椭圆 24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2606887" y="2472057"/>
            <a:ext cx="7503645" cy="421605"/>
            <a:chOff x="5673" y="2809"/>
            <a:chExt cx="9390" cy="703"/>
          </a:xfrm>
          <a:solidFill>
            <a:srgbClr val="0186D1"/>
          </a:solidFill>
        </p:grpSpPr>
        <p:sp>
          <p:nvSpPr>
            <p:cNvPr id="28" name="矩形 27"/>
            <p:cNvSpPr/>
            <p:nvPr/>
          </p:nvSpPr>
          <p:spPr>
            <a:xfrm>
              <a:off x="7578" y="2854"/>
              <a:ext cx="7485" cy="6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7053" y="2809"/>
              <a:ext cx="703" cy="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7002" y="2871"/>
              <a:ext cx="612" cy="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5673" y="2869"/>
              <a:ext cx="1650" cy="615"/>
            </a:xfrm>
            <a:custGeom>
              <a:avLst/>
              <a:gdLst>
                <a:gd name="connisteX0" fmla="*/ 333375 w 1047750"/>
                <a:gd name="connsiteY0" fmla="*/ 381000 h 390525"/>
                <a:gd name="connisteX1" fmla="*/ 0 w 1047750"/>
                <a:gd name="connsiteY1" fmla="*/ 0 h 390525"/>
                <a:gd name="connisteX2" fmla="*/ 1047750 w 1047750"/>
                <a:gd name="connsiteY2" fmla="*/ 0 h 390525"/>
                <a:gd name="connisteX3" fmla="*/ 1047750 w 1047750"/>
                <a:gd name="connsiteY3" fmla="*/ 390525 h 390525"/>
                <a:gd name="connisteX4" fmla="*/ 333375 w 1047750"/>
                <a:gd name="connsiteY4" fmla="*/ 381000 h 390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47750" h="390525">
                  <a:moveTo>
                    <a:pt x="333375" y="38100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390525"/>
                  </a:lnTo>
                  <a:lnTo>
                    <a:pt x="333375" y="381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971E23"/>
                </a:solidFill>
              </a:endParaRPr>
            </a:p>
          </p:txBody>
        </p:sp>
      </p:grpSp>
      <p:sp>
        <p:nvSpPr>
          <p:cNvPr id="32" name="文本框 18"/>
          <p:cNvSpPr txBox="1"/>
          <p:nvPr userDrawn="1"/>
        </p:nvSpPr>
        <p:spPr>
          <a:xfrm>
            <a:off x="3176694" y="3179445"/>
            <a:ext cx="72813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03</a:t>
            </a:r>
          </a:p>
        </p:txBody>
      </p:sp>
      <p:sp>
        <p:nvSpPr>
          <p:cNvPr id="33" name="文本框 24"/>
          <p:cNvSpPr txBox="1"/>
          <p:nvPr userDrawn="1"/>
        </p:nvSpPr>
        <p:spPr>
          <a:xfrm>
            <a:off x="3176694" y="2479675"/>
            <a:ext cx="72813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文本框 25"/>
          <p:cNvSpPr txBox="1"/>
          <p:nvPr userDrawn="1"/>
        </p:nvSpPr>
        <p:spPr>
          <a:xfrm>
            <a:off x="3176694" y="1736090"/>
            <a:ext cx="72813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01</a:t>
            </a:r>
          </a:p>
        </p:txBody>
      </p:sp>
      <p:sp>
        <p:nvSpPr>
          <p:cNvPr id="35" name="文本框 26"/>
          <p:cNvSpPr txBox="1"/>
          <p:nvPr userDrawn="1"/>
        </p:nvSpPr>
        <p:spPr>
          <a:xfrm>
            <a:off x="3176694" y="3889375"/>
            <a:ext cx="72813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04</a:t>
            </a:r>
          </a:p>
        </p:txBody>
      </p:sp>
      <p:sp>
        <p:nvSpPr>
          <p:cNvPr id="36" name="文本框 27"/>
          <p:cNvSpPr txBox="1"/>
          <p:nvPr userDrawn="1"/>
        </p:nvSpPr>
        <p:spPr>
          <a:xfrm>
            <a:off x="3176694" y="4600575"/>
            <a:ext cx="728133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05</a:t>
            </a:r>
          </a:p>
        </p:txBody>
      </p:sp>
      <p:sp>
        <p:nvSpPr>
          <p:cNvPr id="43" name="文本框 50"/>
          <p:cNvSpPr txBox="1"/>
          <p:nvPr userDrawn="1"/>
        </p:nvSpPr>
        <p:spPr>
          <a:xfrm>
            <a:off x="3982730" y="6457320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汉仪粗宋简" panose="02010604000101010101" charset="-122"/>
                <a:ea typeface="汉仪粗宋简" panose="02010604000101010101" charset="-122"/>
              </a:rPr>
              <a:t>机械工业仪器仪表综合技术经济研究所</a:t>
            </a: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4027055" y="221673"/>
            <a:ext cx="7401405" cy="57309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200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5" name="灯片编号占位符 8"/>
          <p:cNvSpPr txBox="1">
            <a:spLocks/>
          </p:cNvSpPr>
          <p:nvPr userDrawn="1"/>
        </p:nvSpPr>
        <p:spPr>
          <a:xfrm rot="19701441">
            <a:off x="10615553" y="6540033"/>
            <a:ext cx="835604" cy="30653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9BB5D0-35E4-459D-AEF3-FE4D7C45CC1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4447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069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6CFF98-DF1C-468B-BF00-40D888F3A1A9}"/>
              </a:ext>
            </a:extLst>
          </p:cNvPr>
          <p:cNvSpPr/>
          <p:nvPr userDrawn="1"/>
        </p:nvSpPr>
        <p:spPr>
          <a:xfrm>
            <a:off x="839416" y="404664"/>
            <a:ext cx="2016224" cy="123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31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BAFD20-5294-1935-A37B-9A2E425B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F9753C-546F-FB07-54F7-341410100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831C2A-ED5C-4D58-511C-7F9264477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F9C6-CCDA-4F8A-A1F4-E2A01940169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AA725-2298-B0B2-3875-717F120BC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742B8-990A-0CC9-63AC-E231DF0D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89F5A-C3B9-4F2A-B50E-3AB15A230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6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16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C51AA-347E-8584-01F2-894C7F509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B0FFE-4C99-1856-0E36-208DEBAFC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55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0A3DEAB-6496-4D9B-A95C-D88DADEE3537}"/>
              </a:ext>
            </a:extLst>
          </p:cNvPr>
          <p:cNvSpPr txBox="1"/>
          <p:nvPr/>
        </p:nvSpPr>
        <p:spPr>
          <a:xfrm>
            <a:off x="2733869" y="4637314"/>
            <a:ext cx="676469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4D7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杜晓辉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D7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4D7B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2026.1.19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4D7B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AE9FE72-162B-D089-2350-4EAF6F9896B1}"/>
              </a:ext>
            </a:extLst>
          </p:cNvPr>
          <p:cNvSpPr txBox="1">
            <a:spLocks/>
          </p:cNvSpPr>
          <p:nvPr/>
        </p:nvSpPr>
        <p:spPr>
          <a:xfrm>
            <a:off x="839416" y="1448364"/>
            <a:ext cx="10513168" cy="2613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zh-CN" altLang="en-US" sz="6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传感与仪器中心</a:t>
            </a:r>
            <a:b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444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年年终总结</a:t>
            </a:r>
            <a:endParaRPr kumimoji="1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B81C2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98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宽屏</PresentationFormat>
  <Paragraphs>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等线</vt:lpstr>
      <vt:lpstr>等线 Light</vt:lpstr>
      <vt:lpstr>汉仪粗宋简</vt:lpstr>
      <vt:lpstr>隶书</vt:lpstr>
      <vt:lpstr>微软雅黑</vt:lpstr>
      <vt:lpstr>Arial</vt:lpstr>
      <vt:lpstr>Calibri</vt:lpstr>
      <vt:lpstr>Calibri Light</vt:lpstr>
      <vt:lpstr>Wingdings</vt:lpstr>
      <vt:lpstr>Office 主题​​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实 陈</dc:creator>
  <cp:lastModifiedBy>实 陈</cp:lastModifiedBy>
  <cp:revision>1</cp:revision>
  <dcterms:created xsi:type="dcterms:W3CDTF">2026-04-10T11:11:39Z</dcterms:created>
  <dcterms:modified xsi:type="dcterms:W3CDTF">2026-04-10T11:11:44Z</dcterms:modified>
</cp:coreProperties>
</file>